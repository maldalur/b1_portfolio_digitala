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🎯 IKUSMENEKO SISTEMAK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/>
            </a:pPr>
            <a:r>
              <a:t>Lehen Pausuak Computer Vision-en</a:t>
            </a:r>
          </a:p>
          <a:p/>
          <a:p>
            <a:r>
              <a:t>Adimen Artifiziala - Oinarrizko Maila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🤖 ZER DA COMPUTER VISION?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Computer Vision edo Ikusmen Artifiziala ordenagailuei irudiak eta bideoak "ikusteko" eta ulertzeko gaitasuna ematen dien teknologia da.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Giza ikusmena imitatzen saiatzen da!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Irudiak analizatu</a:t>
            </a:r>
          </a:p>
          <a:p>
            <a:pPr>
              <a:defRPr sz="1800"/>
            </a:pPr>
            <a:r>
              <a:t>• Objektuak detektatu</a:t>
            </a:r>
          </a:p>
          <a:p>
            <a:pPr>
              <a:defRPr sz="1800"/>
            </a:pPr>
            <a:r>
              <a:t>• Patroi eta ereduak ezagutu</a:t>
            </a:r>
          </a:p>
          <a:p>
            <a:pPr>
              <a:defRPr sz="1800"/>
            </a:pPr>
            <a:r>
              <a:t>• Erabakiak hartu informazio bisualean oinarrituta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📸 IRUDI DIGITALA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Irudi bat PIXELAK-ek osatzen dute.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Pixel = Picture Element</a:t>
            </a:r>
          </a:p>
          <a:p>
            <a:pPr>
              <a:defRPr sz="1800"/>
            </a:pPr>
            <a:r>
              <a:t>(Irudiaren elementu txikiena)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Pixel bakoitzak KOLORE bat du!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Pixelak: Irudiaren oinarrizko unitateak</a:t>
            </a:r>
          </a:p>
          <a:p>
            <a:pPr>
              <a:defRPr sz="1800"/>
            </a:pPr>
            <a:r>
              <a:t>• Bereizmena: Pixel kopurua (adib: 1920x1080)</a:t>
            </a:r>
          </a:p>
          <a:p>
            <a:pPr>
              <a:defRPr sz="1800"/>
            </a:pPr>
            <a:r>
              <a:t>• Kolore sakonera: Informazio kantitatea pixel bakoitzeko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🎨 RGB: Kolore Guztiak 3 Koloreetatik!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 = Red (Gorria)</a:t>
            </a:r>
          </a:p>
          <a:p>
            <a:pPr>
              <a:defRPr sz="1800"/>
            </a:pPr>
            <a:r>
              <a:t>G = Green (Berdea)</a:t>
            </a:r>
          </a:p>
          <a:p>
            <a:pPr>
              <a:defRPr sz="1800"/>
            </a:pPr>
            <a:r>
              <a:t>B = Blue (Urdina)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Kolore bakoitzak 0-255 bitarteko balioa du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ADIBIDEAK:</a:t>
            </a:r>
          </a:p>
          <a:p>
            <a:pPr>
              <a:defRPr sz="1800"/>
            </a:pPr>
            <a:r>
              <a:t>• Zuria = R:255, G:255, B:255</a:t>
            </a:r>
          </a:p>
          <a:p>
            <a:pPr>
              <a:defRPr sz="1800"/>
            </a:pPr>
            <a:r>
              <a:t>• Beltza = R:0, G:0, B:0</a:t>
            </a:r>
          </a:p>
          <a:p>
            <a:pPr>
              <a:defRPr sz="1800"/>
            </a:pPr>
            <a:r>
              <a:t>• Horia = R:255, G:255, B:0</a:t>
            </a:r>
          </a:p>
          <a:p>
            <a:pPr>
              <a:defRPr sz="1800"/>
            </a:pPr>
            <a:r>
              <a:t>• Gorria = R:255, G:0, B:0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🖼️ IRUDI MOTA DESBERDINAK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Kolore Irudiak (RGB)</a:t>
            </a:r>
          </a:p>
          <a:p>
            <a:pPr>
              <a:defRPr sz="1800"/>
            </a:pPr>
            <a:r>
              <a:t>   • 3 kanal</a:t>
            </a:r>
          </a:p>
          <a:p>
            <a:pPr>
              <a:defRPr sz="1800"/>
            </a:pPr>
            <a:r>
              <a:t>   • Kolore osoa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Eskala Griseko Irudiak</a:t>
            </a:r>
          </a:p>
          <a:p>
            <a:pPr>
              <a:defRPr sz="1800"/>
            </a:pPr>
            <a:r>
              <a:t>   • 1 kanal</a:t>
            </a:r>
          </a:p>
          <a:p>
            <a:pPr>
              <a:defRPr sz="1800"/>
            </a:pPr>
            <a:r>
              <a:t>   • Zuri-beltzetik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Irudi Binariak</a:t>
            </a:r>
          </a:p>
          <a:p>
            <a:pPr>
              <a:defRPr sz="1800"/>
            </a:pPr>
            <a:r>
              <a:t>   • 0 edo 1 soilik</a:t>
            </a:r>
          </a:p>
          <a:p>
            <a:pPr>
              <a:defRPr sz="1800"/>
            </a:pPr>
            <a:r>
              <a:t>   • Beltz edo zuria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🌍 APLIKAZIO ERREALAK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Ikusmeneko sistemak EDONON daude!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🔒 Segurtasuna: Aurpegi-detekzioa, matrikula-irakurketa</a:t>
            </a:r>
          </a:p>
          <a:p>
            <a:pPr>
              <a:defRPr sz="1800"/>
            </a:pPr>
            <a:r>
              <a:t>🏥 Osasuna: RX irudien analisia, diagnostiko laguntza</a:t>
            </a:r>
          </a:p>
          <a:p>
            <a:pPr>
              <a:defRPr sz="1800"/>
            </a:pPr>
            <a:r>
              <a:t>🏭 Industria: Kalitateko kontrola, robotika</a:t>
            </a:r>
          </a:p>
          <a:p>
            <a:pPr>
              <a:defRPr sz="1800"/>
            </a:pPr>
            <a:r>
              <a:t>📱 Teknologia: Face ID, filtroak, QR kodeak</a:t>
            </a:r>
          </a:p>
          <a:p>
            <a:pPr>
              <a:defRPr sz="1800"/>
            </a:pPr>
            <a:r>
              <a:t>🚗 Garraioa: Ibilgailu autonomoak</a:t>
            </a:r>
          </a:p>
          <a:p>
            <a:pPr>
              <a:defRPr sz="1800"/>
            </a:pPr>
            <a:r>
              <a:t>🌾 Nekazaritza: Uzta monitorizazioa, droneak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💻 LEHEN PAUSUAK PROGRAMAZIOAN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OpenCV = Open Source Computer Vision Library</a:t>
            </a:r>
          </a:p>
          <a:p>
            <a:pPr>
              <a:defRPr sz="1800"/>
            </a:pPr>
            <a:r>
              <a:t>Tresnarik ezagunena Computer Vision-erako!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Python lengoaia erabiliko dugu (erraza!)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KODE ADIBIDEA:</a:t>
            </a:r>
          </a:p>
          <a:p>
            <a:pPr>
              <a:defRPr sz="1800"/>
            </a:pPr>
            <a:r>
              <a:t>import cv2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# Irudia kargatu</a:t>
            </a:r>
          </a:p>
          <a:p>
            <a:pPr>
              <a:defRPr sz="1800"/>
            </a:pPr>
            <a:r>
              <a:t>irudia = cv2.imread('nire_irudia.jpg')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# Irudia bistaratu</a:t>
            </a:r>
          </a:p>
          <a:p>
            <a:pPr>
              <a:defRPr sz="1800"/>
            </a:pPr>
            <a:r>
              <a:t>cv2.imshow('Nire Irudia', irudia)</a:t>
            </a:r>
          </a:p>
          <a:p>
            <a:pPr>
              <a:defRPr sz="1800"/>
            </a:pPr>
            <a:r>
              <a:t>cv2.waitKey(0)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PRAKTIKA 1: Zure lehen programa!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PAUSUAK: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Python instalatu (3.8 edo berriagoa)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OpenCV instalatu:</a:t>
            </a:r>
          </a:p>
          <a:p>
            <a:pPr>
              <a:defRPr sz="1800"/>
            </a:pPr>
            <a:r>
              <a:t>   pip install opencv-python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Deskargatu test irudia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Kopiatu kodea eta exekutatu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Emaitza ikusi!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📝 LABURPENA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IKUSMENEKO SISTEMAK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OINARRIAK:</a:t>
            </a:r>
          </a:p>
          <a:p>
            <a:pPr>
              <a:defRPr sz="1800"/>
            </a:pPr>
            <a:r>
              <a:t>• Pixelak - Irudien oinarrizko unitateak</a:t>
            </a:r>
          </a:p>
          <a:p>
            <a:pPr>
              <a:defRPr sz="1800"/>
            </a:pPr>
            <a:r>
              <a:t>• RGB - Kolore sistema (3 kanal)</a:t>
            </a:r>
          </a:p>
          <a:p>
            <a:pPr>
              <a:defRPr sz="1800"/>
            </a:pPr>
            <a:r>
              <a:t>• Formatuak - RGB, Grisa, Binarioa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APLIKAZIOAK:</a:t>
            </a:r>
          </a:p>
          <a:p>
            <a:pPr>
              <a:defRPr sz="1800"/>
            </a:pPr>
            <a:r>
              <a:t>• Segurtasuna, Osasuna, Industria</a:t>
            </a:r>
          </a:p>
          <a:p>
            <a:pPr>
              <a:defRPr sz="1800"/>
            </a:pPr>
            <a:r>
              <a:t>• Teknologia, Garraioa, Nekazaritza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TRESNAK:</a:t>
            </a:r>
          </a:p>
          <a:p>
            <a:pPr>
              <a:defRPr sz="1800"/>
            </a:pPr>
            <a:r>
              <a:t>• Python programazio lengoaia</a:t>
            </a:r>
          </a:p>
          <a:p>
            <a:pPr>
              <a:defRPr sz="1800"/>
            </a:pPr>
            <a:r>
              <a:t>• OpenCV liburutegia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BIKAIN! Oinarriak ikasi dituzu!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Orain prest zaude hurrengo atalera pasatzeko: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➡️ 2.B ATAZA: Ezagutzan Sakontzea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Deep Learning</a:t>
            </a:r>
          </a:p>
          <a:p>
            <a:pPr>
              <a:defRPr sz="1800"/>
            </a:pPr>
            <a:r>
              <a:t>• CNN (Convolutional Neural Networks)</a:t>
            </a:r>
          </a:p>
          <a:p>
            <a:pPr>
              <a:defRPr sz="1800"/>
            </a:pPr>
            <a:r>
              <a:t>• Transfer Learning</a:t>
            </a:r>
          </a:p>
          <a:p>
            <a:pPr>
              <a:defRPr sz="1800"/>
            </a:pPr>
            <a:r>
              <a:t>• Proiektu aurreratuak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Jarraitu ikasten!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